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df2b4caa66d4eeb" /><Relationship Type="http://schemas.openxmlformats.org/package/2006/relationships/metadata/core-properties" Target="/docProps/core.xml" Id="Rab79fe41a83541b2" /><Relationship Type="http://schemas.openxmlformats.org/officeDocument/2006/relationships/extended-properties" Target="/docProps/app.xml" Id="R94177df94e724aa6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3f9000ee32d74fbc"/>
    <p:sldId id="257" r:id="R8a351eaf0b7242e4"/>
    <p:sldId id="258" r:id="Rcce390b21f7b4306"/>
    <p:sldId id="259" r:id="R3cad175854b94148"/>
    <p:sldId id="260" r:id="R2fca1d12d76c4b85"/>
    <p:sldId id="261" r:id="R329e5ba4025f47de"/>
    <p:sldId id="262" r:id="Rf3868dbad46a4dd3"/>
    <p:sldId id="263" r:id="R25e5b444812f4bd6"/>
    <p:sldId id="264" r:id="Re86f52d8c5c445ea"/>
    <p:sldId id="265" r:id="Rdf9cf77e8d5c4875"/>
    <p:sldId id="266" r:id="Rc61323b05ec245a4"/>
    <p:sldId id="267" r:id="Rf8269eaff3ac471a"/>
    <p:sldId id="268" r:id="R09b0aefe9dea4f3e"/>
    <p:sldId id="269" r:id="R68661bdf6d374373"/>
    <p:sldId id="270" r:id="R27bbe97f4943494d"/>
    <p:sldId id="271" r:id="Re4e24fc948bb4a24"/>
    <p:sldId id="272" r:id="R32da6c2ea110407c"/>
    <p:sldId id="273" r:id="Rdf987c270d714832"/>
    <p:sldId id="274" r:id="R75f9ff9a90854ccc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3f9000ee32d74fbc" /><Relationship Type="http://schemas.openxmlformats.org/officeDocument/2006/relationships/slide" Target="/ppt/slides/slide2.xml" Id="R8a351eaf0b7242e4" /><Relationship Type="http://schemas.openxmlformats.org/officeDocument/2006/relationships/slide" Target="/ppt/slides/slide3.xml" Id="Rcce390b21f7b4306" /><Relationship Type="http://schemas.openxmlformats.org/officeDocument/2006/relationships/slide" Target="/ppt/slides/slide4.xml" Id="R3cad175854b94148" /><Relationship Type="http://schemas.openxmlformats.org/officeDocument/2006/relationships/slide" Target="/ppt/slides/slide5.xml" Id="R2fca1d12d76c4b85" /><Relationship Type="http://schemas.openxmlformats.org/officeDocument/2006/relationships/slide" Target="/ppt/slides/slide6.xml" Id="R329e5ba4025f47de" /><Relationship Type="http://schemas.openxmlformats.org/officeDocument/2006/relationships/slide" Target="/ppt/slides/slide7.xml" Id="Rf3868dbad46a4dd3" /><Relationship Type="http://schemas.openxmlformats.org/officeDocument/2006/relationships/slide" Target="/ppt/slides/slide8.xml" Id="R25e5b444812f4bd6" /><Relationship Type="http://schemas.openxmlformats.org/officeDocument/2006/relationships/slide" Target="/ppt/slides/slide9.xml" Id="Re86f52d8c5c445ea" /><Relationship Type="http://schemas.openxmlformats.org/officeDocument/2006/relationships/slide" Target="/ppt/slides/slide10.xml" Id="Rdf9cf77e8d5c4875" /><Relationship Type="http://schemas.openxmlformats.org/officeDocument/2006/relationships/slide" Target="/ppt/slides/slide11.xml" Id="Rc61323b05ec245a4" /><Relationship Type="http://schemas.openxmlformats.org/officeDocument/2006/relationships/slide" Target="/ppt/slides/slide12.xml" Id="Rf8269eaff3ac471a" /><Relationship Type="http://schemas.openxmlformats.org/officeDocument/2006/relationships/slide" Target="/ppt/slides/slide13.xml" Id="R09b0aefe9dea4f3e" /><Relationship Type="http://schemas.openxmlformats.org/officeDocument/2006/relationships/slide" Target="/ppt/slides/slide14.xml" Id="R68661bdf6d374373" /><Relationship Type="http://schemas.openxmlformats.org/officeDocument/2006/relationships/slide" Target="/ppt/slides/slide15.xml" Id="R27bbe97f4943494d" /><Relationship Type="http://schemas.openxmlformats.org/officeDocument/2006/relationships/slide" Target="/ppt/slides/slide16.xml" Id="Re4e24fc948bb4a24" /><Relationship Type="http://schemas.openxmlformats.org/officeDocument/2006/relationships/slide" Target="/ppt/slides/slide17.xml" Id="R32da6c2ea110407c" /><Relationship Type="http://schemas.openxmlformats.org/officeDocument/2006/relationships/slide" Target="/ppt/slides/slide18.xml" Id="Rdf987c270d714832" /><Relationship Type="http://schemas.openxmlformats.org/officeDocument/2006/relationships/slide" Target="/ppt/slides/slide19.xml" Id="R75f9ff9a90854ccc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25654dc4f4474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8b5c213e894b3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bdf5f2e08a419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556cfe440d45c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4d809fcd64463f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15099354e529439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9c4780c6d45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16851be2541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032c0863a41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50e88fbb448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25c8fcc8d45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a5f2a8a724e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cc8794e1748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9fe0671db4a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dcfe6456441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958fa6a8442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082b7dfd44f3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ac763561143c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e251be281436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dfa51d0ec44f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5bf28eb29412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9769e2b8b407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d41b3999e45d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2522d4c6fe4bc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981251696479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01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Modern (p15) Transitions</a:t>
            </a:r>
          </a:p>
        </p:txBody>
      </p:sp>
    </p:spTree>
  </p:cSld>
</p:sld>
</file>

<file path=ppt/slides/slide2.xml><?xml version="1.0" encoding="utf-8"?>
<p:sld xmlns:p15="http://schemas.microsoft.com/office/powerpoint/2012/main" xmlns:mc="http://schemas.openxmlformats.org/markup-compatibility/2006" xmlns:p14="http://schemas.microsoft.com/office/powerpoint/2010/main" xmlns:p="http://schemas.openxmlformats.org/presentationml/2006/main" mc:Ignorable="p15">
  <p:cSld>
    <p:spTree>
      <p:nvGrpSpPr>
        <p:cNvPr id="1" name=""/>
        <p:cNvGrpSpPr/>
        <p:nvPr/>
      </p:nvGrpSpPr>
      <p:grpSpPr/>
      <p:sp>
        <p:nvSpPr>
          <p:cNvPr id="10002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C8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03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fallOver</a:t>
            </a:r>
          </a:p>
        </p:txBody>
      </p:sp>
    </p:spTree>
  </p:cSld>
  <mc:AlternateContent>
    <mc:Choice Requires="p15">
      <p:transition xmlns:p15="http://schemas.microsoft.com/office/powerpoint/2012/main">
        <p15:prstTrans prst="fallOver"/>
      </p:transition>
    </mc:Choice>
    <mc:Fallback>
      <p:transition>
        <p:fade/>
      </p:transition>
    </mc:Fallback>
  </mc:AlternateContent>
</p:sld>
</file>

<file path=ppt/slides/slide3.xml><?xml version="1.0" encoding="utf-8"?>
<p:sld xmlns:p15="http://schemas.microsoft.com/office/powerpoint/2012/main" xmlns:mc="http://schemas.openxmlformats.org/markup-compatibility/2006" xmlns:p14="http://schemas.microsoft.com/office/powerpoint/2010/main" xmlns:p="http://schemas.openxmlformats.org/presentationml/2006/main" mc:Ignorable="p15">
  <p:cSld>
    <p:spTree>
      <p:nvGrpSpPr>
        <p:cNvPr id="1" name=""/>
        <p:cNvGrpSpPr/>
        <p:nvPr/>
      </p:nvGrpSpPr>
      <p:grpSpPr/>
      <p:sp>
        <p:nvSpPr>
          <p:cNvPr id="10004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C8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05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drape</a:t>
            </a:r>
          </a:p>
        </p:txBody>
      </p:sp>
    </p:spTree>
  </p:cSld>
  <mc:AlternateContent>
    <mc:Choice Requires="p15">
      <p:transition xmlns:p15="http://schemas.microsoft.com/office/powerpoint/2012/main">
        <p15:prstTrans prst="drape"/>
      </p:transition>
    </mc:Choice>
    <mc:Fallback>
      <p:transition>
        <p:fade/>
      </p:transition>
    </mc:Fallback>
  </mc:AlternateContent>
</p:sld>
</file>

<file path=ppt/slides/slide4.xml><?xml version="1.0" encoding="utf-8"?>
<p:sld xmlns:p15="http://schemas.microsoft.com/office/powerpoint/2012/main" xmlns:mc="http://schemas.openxmlformats.org/markup-compatibility/2006" xmlns:p14="http://schemas.microsoft.com/office/powerpoint/2010/main" xmlns:p="http://schemas.openxmlformats.org/presentationml/2006/main" mc:Ignorable="p15">
  <p:cSld>
    <p:spTree>
      <p:nvGrpSpPr>
        <p:cNvPr id="1" name=""/>
        <p:cNvGrpSpPr/>
        <p:nvPr/>
      </p:nvGrpSpPr>
      <p:grpSpPr/>
      <p:sp>
        <p:nvSpPr>
          <p:cNvPr id="10006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C8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07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curtains</a:t>
            </a:r>
          </a:p>
        </p:txBody>
      </p:sp>
    </p:spTree>
  </p:cSld>
  <mc:AlternateContent>
    <mc:Choice Requires="p15">
      <p:transition xmlns:p15="http://schemas.microsoft.com/office/powerpoint/2012/main">
        <p15:prstTrans prst="curtains"/>
      </p:transition>
    </mc:Choice>
    <mc:Fallback>
      <p:transition>
        <p:fade/>
      </p:transition>
    </mc:Fallback>
  </mc:AlternateContent>
</p:sld>
</file>

<file path=ppt/slides/slide5.xml><?xml version="1.0" encoding="utf-8"?>
<p:sld xmlns:p15="http://schemas.microsoft.com/office/powerpoint/2012/main" xmlns:mc="http://schemas.openxmlformats.org/markup-compatibility/2006" xmlns:p14="http://schemas.microsoft.com/office/powerpoint/2010/main" xmlns:p="http://schemas.openxmlformats.org/presentationml/2006/main" mc:Ignorable="p15">
  <p:cSld>
    <p:spTree>
      <p:nvGrpSpPr>
        <p:cNvPr id="1" name=""/>
        <p:cNvGrpSpPr/>
        <p:nvPr/>
      </p:nvGrpSpPr>
      <p:grpSpPr/>
      <p:sp>
        <p:nvSpPr>
          <p:cNvPr id="10008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C8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09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wind</a:t>
            </a:r>
          </a:p>
        </p:txBody>
      </p:sp>
    </p:spTree>
  </p:cSld>
  <mc:AlternateContent>
    <mc:Choice Requires="p15">
      <p:transition xmlns:p15="http://schemas.microsoft.com/office/powerpoint/2012/main">
        <p15:prstTrans prst="wind"/>
      </p:transition>
    </mc:Choice>
    <mc:Fallback>
      <p:transition>
        <p:fade/>
      </p:transition>
    </mc:Fallback>
  </mc:AlternateContent>
</p:sld>
</file>

<file path=ppt/slides/slide6.xml><?xml version="1.0" encoding="utf-8"?>
<p:sld xmlns:p15="http://schemas.microsoft.com/office/powerpoint/2012/main" xmlns:mc="http://schemas.openxmlformats.org/markup-compatibility/2006" xmlns:p14="http://schemas.microsoft.com/office/powerpoint/2010/main" xmlns:p="http://schemas.openxmlformats.org/presentationml/2006/main" mc:Ignorable="p15">
  <p:cSld>
    <p:spTree>
      <p:nvGrpSpPr>
        <p:cNvPr id="1" name=""/>
        <p:cNvGrpSpPr/>
        <p:nvPr/>
      </p:nvGrpSpPr>
      <p:grpSpPr/>
      <p:sp>
        <p:nvSpPr>
          <p:cNvPr id="10010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C8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11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prestige</a:t>
            </a:r>
          </a:p>
        </p:txBody>
      </p:sp>
    </p:spTree>
  </p:cSld>
  <mc:AlternateContent>
    <mc:Choice Requires="p15">
      <p:transition xmlns:p15="http://schemas.microsoft.com/office/powerpoint/2012/main">
        <p15:prstTrans prst="prestige"/>
      </p:transition>
    </mc:Choice>
    <mc:Fallback>
      <p:transition>
        <p:fade/>
      </p:transition>
    </mc:Fallback>
  </mc:AlternateContent>
</p:sld>
</file>

<file path=ppt/slides/slide7.xml><?xml version="1.0" encoding="utf-8"?>
<p:sld xmlns:p15="http://schemas.microsoft.com/office/powerpoint/2012/main" xmlns:mc="http://schemas.openxmlformats.org/markup-compatibility/2006" xmlns:p14="http://schemas.microsoft.com/office/powerpoint/2010/main" xmlns:p="http://schemas.openxmlformats.org/presentationml/2006/main" mc:Ignorable="p15">
  <p:cSld>
    <p:spTree>
      <p:nvGrpSpPr>
        <p:cNvPr id="1" name=""/>
        <p:cNvGrpSpPr/>
        <p:nvPr/>
      </p:nvGrpSpPr>
      <p:grpSpPr/>
      <p:sp>
        <p:nvSpPr>
          <p:cNvPr id="10012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C8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13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fracture</a:t>
            </a:r>
          </a:p>
        </p:txBody>
      </p:sp>
    </p:spTree>
  </p:cSld>
  <mc:AlternateContent>
    <mc:Choice Requires="p15">
      <p:transition xmlns:p15="http://schemas.microsoft.com/office/powerpoint/2012/main">
        <p15:prstTrans prst="fracture"/>
      </p:transition>
    </mc:Choice>
    <mc:Fallback>
      <p:transition>
        <p:fade/>
      </p:transition>
    </mc:Fallback>
  </mc:AlternateContent>
</p:sld>
</file>

<file path=ppt/slides/slide8.xml><?xml version="1.0" encoding="utf-8"?>
<p:sld xmlns:p15="http://schemas.microsoft.com/office/powerpoint/2012/main" xmlns:mc="http://schemas.openxmlformats.org/markup-compatibility/2006" xmlns:p14="http://schemas.microsoft.com/office/powerpoint/2010/main" xmlns:p="http://schemas.openxmlformats.org/presentationml/2006/main" mc:Ignorable="p15">
  <p:cSld>
    <p:spTree>
      <p:nvGrpSpPr>
        <p:cNvPr id="1" name=""/>
        <p:cNvGrpSpPr/>
        <p:nvPr/>
      </p:nvGrpSpPr>
      <p:grpSpPr/>
      <p:sp>
        <p:nvSpPr>
          <p:cNvPr id="10014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C8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15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crush</a:t>
            </a:r>
          </a:p>
        </p:txBody>
      </p:sp>
    </p:spTree>
  </p:cSld>
  <mc:AlternateContent>
    <mc:Choice Requires="p15">
      <p:transition xmlns:p15="http://schemas.microsoft.com/office/powerpoint/2012/main">
        <p15:prstTrans prst="crush"/>
      </p:transition>
    </mc:Choice>
    <mc:Fallback>
      <p:transition>
        <p:fade/>
      </p:transition>
    </mc:Fallback>
  </mc:AlternateContent>
</p:sld>
</file>

<file path=ppt/slides/slide9.xml><?xml version="1.0" encoding="utf-8"?>
<p:sld xmlns:p15="http://schemas.microsoft.com/office/powerpoint/2012/main" xmlns:mc="http://schemas.openxmlformats.org/markup-compatibility/2006" xmlns:p14="http://schemas.microsoft.com/office/powerpoint/2010/main" xmlns:p="http://schemas.openxmlformats.org/presentationml/2006/main" mc:Ignorable="p15">
  <p:cSld>
    <p:spTree>
      <p:nvGrpSpPr>
        <p:cNvPr id="1" name=""/>
        <p:cNvGrpSpPr/>
        <p:nvPr/>
      </p:nvGrpSpPr>
      <p:grpSpPr/>
      <p:sp>
        <p:nvSpPr>
          <p:cNvPr id="10016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C8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17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peelOff</a:t>
            </a:r>
          </a:p>
        </p:txBody>
      </p:sp>
    </p:spTree>
  </p:cSld>
  <mc:AlternateContent>
    <mc:Choice Requires="p15">
      <p:transition xmlns:p15="http://schemas.microsoft.com/office/powerpoint/2012/main">
        <p15:prstTrans prst="peelOff"/>
      </p:transition>
    </mc:Choice>
    <mc:Fallback>
      <p:transition>
        <p:fade/>
      </p:transition>
    </mc:Fallback>
  </mc:AlternateContent>
</p:sld>
</file>

<file path=ppt/slides/slide10.xml><?xml version="1.0" encoding="utf-8"?>
<p:sld xmlns:p15="http://schemas.microsoft.com/office/powerpoint/2012/main" xmlns:mc="http://schemas.openxmlformats.org/markup-compatibility/2006" xmlns:p14="http://schemas.microsoft.com/office/powerpoint/2010/main" xmlns:p="http://schemas.openxmlformats.org/presentationml/2006/main" mc:Ignorable="p15">
  <p:cSld>
    <p:spTree>
      <p:nvGrpSpPr>
        <p:cNvPr id="1" name=""/>
        <p:cNvGrpSpPr/>
        <p:nvPr/>
      </p:nvGrpSpPr>
      <p:grpSpPr/>
      <p:sp>
        <p:nvSpPr>
          <p:cNvPr id="10018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C8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19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pageCurlDouble</a:t>
            </a:r>
          </a:p>
        </p:txBody>
      </p:sp>
    </p:spTree>
  </p:cSld>
  <mc:AlternateContent>
    <mc:Choice Requires="p15">
      <p:transition xmlns:p15="http://schemas.microsoft.com/office/powerpoint/2012/main">
        <p15:prstTrans prst="pageCurlDouble"/>
      </p:transition>
    </mc:Choice>
    <mc:Fallback>
      <p:transition>
        <p:fade/>
      </p:transition>
    </mc:Fallback>
  </mc:AlternateContent>
</p:sld>
</file>

<file path=ppt/slides/slide11.xml><?xml version="1.0" encoding="utf-8"?>
<p:sld xmlns:p15="http://schemas.microsoft.com/office/powerpoint/2012/main" xmlns:mc="http://schemas.openxmlformats.org/markup-compatibility/2006" xmlns:p14="http://schemas.microsoft.com/office/powerpoint/2010/main" xmlns:p="http://schemas.openxmlformats.org/presentationml/2006/main" mc:Ignorable="p15">
  <p:cSld>
    <p:spTree>
      <p:nvGrpSpPr>
        <p:cNvPr id="1" name=""/>
        <p:cNvGrpSpPr/>
        <p:nvPr/>
      </p:nvGrpSpPr>
      <p:grpSpPr/>
      <p:sp>
        <p:nvSpPr>
          <p:cNvPr id="10020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C8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21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pageCurlSingle</a:t>
            </a:r>
          </a:p>
        </p:txBody>
      </p:sp>
    </p:spTree>
  </p:cSld>
  <mc:AlternateContent>
    <mc:Choice Requires="p15">
      <p:transition xmlns:p15="http://schemas.microsoft.com/office/powerpoint/2012/main">
        <p15:prstTrans prst="pageCurlSingle"/>
      </p:transition>
    </mc:Choice>
    <mc:Fallback>
      <p:transition>
        <p:fade/>
      </p:transition>
    </mc:Fallback>
  </mc:AlternateContent>
</p:sld>
</file>

<file path=ppt/slides/slide12.xml><?xml version="1.0" encoding="utf-8"?>
<p:sld xmlns:p15="http://schemas.microsoft.com/office/powerpoint/2012/main" xmlns:mc="http://schemas.openxmlformats.org/markup-compatibility/2006" xmlns:p14="http://schemas.microsoft.com/office/powerpoint/2010/main" xmlns:p="http://schemas.openxmlformats.org/presentationml/2006/main" mc:Ignorable="p15">
  <p:cSld>
    <p:spTree>
      <p:nvGrpSpPr>
        <p:cNvPr id="1" name=""/>
        <p:cNvGrpSpPr/>
        <p:nvPr/>
      </p:nvGrpSpPr>
      <p:grpSpPr/>
      <p:sp>
        <p:nvSpPr>
          <p:cNvPr id="10022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C8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23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airplane</a:t>
            </a:r>
          </a:p>
        </p:txBody>
      </p:sp>
    </p:spTree>
  </p:cSld>
  <mc:AlternateContent>
    <mc:Choice Requires="p15">
      <p:transition xmlns:p15="http://schemas.microsoft.com/office/powerpoint/2012/main">
        <p15:prstTrans prst="airplane"/>
      </p:transition>
    </mc:Choice>
    <mc:Fallback>
      <p:transition>
        <p:fade/>
      </p:transition>
    </mc:Fallback>
  </mc:AlternateContent>
</p:sld>
</file>

<file path=ppt/slides/slide13.xml><?xml version="1.0" encoding="utf-8"?>
<p:sld xmlns:p15="http://schemas.microsoft.com/office/powerpoint/2012/main" xmlns:mc="http://schemas.openxmlformats.org/markup-compatibility/2006" xmlns:p14="http://schemas.microsoft.com/office/powerpoint/2010/main" xmlns:p="http://schemas.openxmlformats.org/presentationml/2006/main" mc:Ignorable="p15">
  <p:cSld>
    <p:spTree>
      <p:nvGrpSpPr>
        <p:cNvPr id="1" name=""/>
        <p:cNvGrpSpPr/>
        <p:nvPr/>
      </p:nvGrpSpPr>
      <p:grpSpPr/>
      <p:sp>
        <p:nvSpPr>
          <p:cNvPr id="10024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C8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25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origami</a:t>
            </a:r>
          </a:p>
        </p:txBody>
      </p:sp>
    </p:spTree>
  </p:cSld>
  <mc:AlternateContent>
    <mc:Choice Requires="p15">
      <p:transition xmlns:p15="http://schemas.microsoft.com/office/powerpoint/2012/main">
        <p15:prstTrans prst="origami"/>
      </p:transition>
    </mc:Choice>
    <mc:Fallback>
      <p:transition>
        <p:fade/>
      </p:transition>
    </mc:Fallback>
  </mc:AlternateContent>
</p:sld>
</file>

<file path=ppt/slides/slide14.xml><?xml version="1.0" encoding="utf-8"?>
<p:sld xmlns:p15="http://schemas.microsoft.com/office/powerpoint/2012/main" xmlns:mc="http://schemas.openxmlformats.org/markup-compatibility/2006" xmlns:p14="http://schemas.microsoft.com/office/powerpoint/2010/main" xmlns:p="http://schemas.openxmlformats.org/presentationml/2006/main" mc:Ignorable="p15">
  <p:cSld>
    <p:spTree>
      <p:nvGrpSpPr>
        <p:cNvPr id="1" name=""/>
        <p:cNvGrpSpPr/>
        <p:nvPr/>
      </p:nvGrpSpPr>
      <p:grpSpPr/>
      <p:sp>
        <p:nvSpPr>
          <p:cNvPr id="10026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A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27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wind-out</a:t>
            </a:r>
          </a:p>
        </p:txBody>
      </p:sp>
    </p:spTree>
  </p:cSld>
  <mc:AlternateContent>
    <mc:Choice Requires="p15">
      <p:transition xmlns:p15="http://schemas.microsoft.com/office/powerpoint/2012/main">
        <p15:prstTrans prst="wind" invX="1" invY="1"/>
      </p:transition>
    </mc:Choice>
    <mc:Fallback>
      <p:transition>
        <p:fade/>
      </p:transition>
    </mc:Fallback>
  </mc:AlternateContent>
</p:sld>
</file>

<file path=ppt/slides/slide15.xml><?xml version="1.0" encoding="utf-8"?>
<p:sld xmlns:p15="http://schemas.microsoft.com/office/powerpoint/2012/main" xmlns:mc="http://schemas.openxmlformats.org/markup-compatibility/2006" xmlns:p14="http://schemas.microsoft.com/office/powerpoint/2010/main" xmlns:p="http://schemas.openxmlformats.org/presentationml/2006/main" mc:Ignorable="p15">
  <p:cSld>
    <p:spTree>
      <p:nvGrpSpPr>
        <p:cNvPr id="1" name=""/>
        <p:cNvGrpSpPr/>
        <p:nvPr/>
      </p:nvGrpSpPr>
      <p:grpSpPr/>
      <p:sp>
        <p:nvSpPr>
          <p:cNvPr id="10028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A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29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peelOff-out</a:t>
            </a:r>
          </a:p>
        </p:txBody>
      </p:sp>
    </p:spTree>
  </p:cSld>
  <mc:AlternateContent>
    <mc:Choice Requires="p15">
      <p:transition xmlns:p15="http://schemas.microsoft.com/office/powerpoint/2012/main">
        <p15:prstTrans prst="peelOff" invX="1" invY="1"/>
      </p:transition>
    </mc:Choice>
    <mc:Fallback>
      <p:transition>
        <p:fade/>
      </p:transition>
    </mc:Fallback>
  </mc:AlternateContent>
</p:sld>
</file>

<file path=ppt/slides/slide16.xml><?xml version="1.0" encoding="utf-8"?>
<p:sld xmlns:p15="http://schemas.microsoft.com/office/powerpoint/2012/main" xmlns:mc="http://schemas.openxmlformats.org/markup-compatibility/2006" xmlns:p14="http://schemas.microsoft.com/office/powerpoint/2010/main" xmlns:p="http://schemas.openxmlformats.org/presentationml/2006/main" mc:Ignorable="p15">
  <p:cSld>
    <p:spTree>
      <p:nvGrpSpPr>
        <p:cNvPr id="1" name=""/>
        <p:cNvGrpSpPr/>
        <p:nvPr/>
      </p:nvGrpSpPr>
      <p:grpSpPr/>
      <p:sp>
        <p:nvSpPr>
          <p:cNvPr id="10030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A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31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pageCurlDouble-out</a:t>
            </a:r>
          </a:p>
        </p:txBody>
      </p:sp>
    </p:spTree>
  </p:cSld>
  <mc:AlternateContent>
    <mc:Choice Requires="p15">
      <p:transition xmlns:p15="http://schemas.microsoft.com/office/powerpoint/2012/main">
        <p15:prstTrans prst="pageCurlDouble" invX="1" invY="1"/>
      </p:transition>
    </mc:Choice>
    <mc:Fallback>
      <p:transition>
        <p:fade/>
      </p:transition>
    </mc:Fallback>
  </mc:AlternateContent>
</p:sld>
</file>

<file path=ppt/slides/slide17.xml><?xml version="1.0" encoding="utf-8"?>
<p:sld xmlns:p15="http://schemas.microsoft.com/office/powerpoint/2012/main" xmlns:mc="http://schemas.openxmlformats.org/markup-compatibility/2006" xmlns:p14="http://schemas.microsoft.com/office/powerpoint/2010/main" xmlns:p="http://schemas.openxmlformats.org/presentationml/2006/main" mc:Ignorable="p15">
  <p:cSld>
    <p:spTree>
      <p:nvGrpSpPr>
        <p:cNvPr id="1" name=""/>
        <p:cNvGrpSpPr/>
        <p:nvPr/>
      </p:nvGrpSpPr>
      <p:grpSpPr/>
      <p:sp>
        <p:nvSpPr>
          <p:cNvPr id="10032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A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33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airplane-out</a:t>
            </a:r>
          </a:p>
        </p:txBody>
      </p:sp>
    </p:spTree>
  </p:cSld>
  <mc:AlternateContent>
    <mc:Choice Requires="p15">
      <p:transition xmlns:p15="http://schemas.microsoft.com/office/powerpoint/2012/main">
        <p15:prstTrans prst="airplane" invX="1" invY="1"/>
      </p:transition>
    </mc:Choice>
    <mc:Fallback>
      <p:transition>
        <p:fade/>
      </p:transition>
    </mc:Fallback>
  </mc:AlternateContent>
</p:sld>
</file>

<file path=ppt/slides/slide18.xml><?xml version="1.0" encoding="utf-8"?>
<p:sld xmlns:p15="http://schemas.microsoft.com/office/powerpoint/2012/main" xmlns:mc="http://schemas.openxmlformats.org/markup-compatibility/2006" xmlns:p14="http://schemas.microsoft.com/office/powerpoint/2010/main" xmlns:p="http://schemas.openxmlformats.org/presentationml/2006/main" mc:Ignorable="p15">
  <p:cSld>
    <p:spTree>
      <p:nvGrpSpPr>
        <p:cNvPr id="1" name=""/>
        <p:cNvGrpSpPr/>
        <p:nvPr/>
      </p:nvGrpSpPr>
      <p:grpSpPr/>
      <p:sp>
        <p:nvSpPr>
          <p:cNvPr id="10034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A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35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origami-out</a:t>
            </a:r>
          </a:p>
        </p:txBody>
      </p:sp>
    </p:spTree>
  </p:cSld>
  <mc:AlternateContent>
    <mc:Choice Requires="p15">
      <p:transition xmlns:p15="http://schemas.microsoft.com/office/powerpoint/2012/main">
        <p15:prstTrans prst="origami" invX="1" invY="1"/>
      </p:transition>
    </mc:Choice>
    <mc:Fallback>
      <p:transition>
        <p:fade/>
      </p:transition>
    </mc:Fallback>
  </mc:AlternateContent>
</p:sld>
</file>

<file path=ppt/slides/slide19.xml><?xml version="1.0" encoding="utf-8"?>
<p:sld xmlns:p15="http://schemas.microsoft.com/office/powerpoint/2012/main" xmlns:mc="http://schemas.openxmlformats.org/markup-compatibility/2006" xmlns:p14="http://schemas.microsoft.com/office/powerpoint/2010/main" xmlns:p="http://schemas.openxmlformats.org/presentationml/2006/main" mc:Ignorable="p15">
  <p:cSld>
    <p:spTree>
      <p:nvGrpSpPr>
        <p:cNvPr id="1" name=""/>
        <p:cNvGrpSpPr/>
        <p:nvPr/>
      </p:nvGrpSpPr>
      <p:grpSpPr/>
      <p:sp>
        <p:nvSpPr>
          <p:cNvPr id="10036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A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37" name="TextBox 2"/>
          <p:cNvSpPr txBox="1"/>
          <p:nvPr/>
        </p:nvSpPr>
        <p:spPr>
          <a:xfrm xmlns:a="http://schemas.openxmlformats.org/drawingml/2006/main">
            <a:off x="720000" y="252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fallOver-out</a:t>
            </a:r>
          </a:p>
        </p:txBody>
      </p:sp>
    </p:spTree>
  </p:cSld>
  <mc:AlternateContent>
    <mc:Choice Requires="p15">
      <p:transition xmlns:p15="http://schemas.microsoft.com/office/powerpoint/2012/main">
        <p15:prstTrans prst="fallOver" invX="1" invY="1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OfficeCLI/1.0.94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2026-05-18T19:09:53Z</dcterms:created>
  <cp:lastModifiedBy>OfficeCLI</cp:lastModifiedBy>
  <dcterms:modified xsi:type="dcterms:W3CDTF">2026-05-18T19:09:53Z</dcterms:modified>
</cp:coreProperties>
</file>